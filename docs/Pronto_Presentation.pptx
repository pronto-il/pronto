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76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nto_preserved/pag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nto_preserved/p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nto_preserved/pag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nto_preserved/pag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nto_preserved/pag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nto_preserved/pag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nto_preserved/pag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nto_qr_final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 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Macintosh PowerPoint</Application>
  <PresentationFormat>מסך רחב</PresentationFormat>
  <Paragraphs>8</Paragraphs>
  <Slides>8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Pronto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Pronto</dc:title>
  <dc:subject>Pronto presentation — original design preserved, content updated</dc:subject>
  <dc:creator>OpenAI</dc:creator>
  <cp:lastModifiedBy>Yuval Harel</cp:lastModifiedBy>
  <cp:revision>1</cp:revision>
  <dcterms:created xsi:type="dcterms:W3CDTF">2026-08-30T09:51:38Z</dcterms:created>
  <dcterms:modified xsi:type="dcterms:W3CDTF">2026-09-06T16:57:17Z</dcterms:modified>
</cp:coreProperties>
</file>