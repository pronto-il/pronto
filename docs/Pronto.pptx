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5" r:id="rId6"/>
    <p:sldId id="264" r:id="rId7"/>
    <p:sldId id="260" r:id="rId8"/>
    <p:sldId id="261" r:id="rId9"/>
    <p:sldId id="262" r:id="rId10"/>
    <p:sldId id="263" r:id="rId11"/>
  </p:sldIdLst>
  <p:sldSz cx="16256000" cy="9144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88"/>
  </p:normalViewPr>
  <p:slideViewPr>
    <p:cSldViewPr snapToGrid="0" snapToObjects="1">
      <p:cViewPr varScale="1">
        <p:scale>
          <a:sx n="87" d="100"/>
          <a:sy n="87" d="100"/>
        </p:scale>
        <p:origin x="67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01802CED-81A8-0246-857B-C6FFE0633DA7}" type="datetimeFigureOut">
              <a:rPr lang="he-IL" smtClean="0"/>
              <a:t>כ"ה.אלול.תשפ"ו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921855BD-2C72-5845-9DD6-03337A93DEA4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66484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G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296022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-7750"/>
            <a:ext cx="16278433" cy="915174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6433800" cy="916697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82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821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ronto_qr_final_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ide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44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6256000" cy="91249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pronto_ai_upd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6392605" cy="9144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1</Words>
  <Application>Microsoft Macintosh PowerPoint</Application>
  <PresentationFormat>מותאם אישית</PresentationFormat>
  <Paragraphs>1</Paragraphs>
  <Slides>10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10</vt:i4>
      </vt:variant>
    </vt:vector>
  </HeadingPairs>
  <TitlesOfParts>
    <vt:vector size="14" baseType="lpstr">
      <vt:lpstr>Aptos</vt:lpstr>
      <vt:lpstr>Arial</vt:lpstr>
      <vt:lpstr>Calibri</vt:lpstr>
      <vt:lpstr>Office Theme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Yuval Harel</cp:lastModifiedBy>
  <cp:revision>3</cp:revision>
  <dcterms:created xsi:type="dcterms:W3CDTF">2013-01-27T09:14:16Z</dcterms:created>
  <dcterms:modified xsi:type="dcterms:W3CDTF">2026-09-07T15:40:23Z</dcterms:modified>
  <cp:category/>
</cp:coreProperties>
</file>